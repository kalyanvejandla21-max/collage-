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ANDHRA LOYOLA INSTITUTE OF ENGINEERING AND TECHNOLOGY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ALIET Online Examination Portal</a:t>
            </a:r>
          </a:p>
          <a:p>
            <a:pPr>
              <a:spcAft>
                <a:spcPts val="2800"/>
              </a:spcAft>
              <a:defRPr sz="2000">
                <a:solidFill>
                  <a:srgbClr val="06B6D4"/>
                </a:solidFill>
                <a:latin typeface="Calibri"/>
              </a:defRPr>
            </a:pPr>
            <a:r>
              <a:t>Comprehensive Next-Generation Computer-Based Testing &amp; Analytics Platform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Subjects Covered: Computer Networks | Quantum Computing | Finite Automata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ALIET EXAM PORTAL</a:t>
            </a:r>
          </a:p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1. Core System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Andhra Loyola Institute of Engineering and Technology | Examination &amp; Assessment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Frontend &amp; User Interface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Technology: </a:t>
            </a:r>
            <a:r>
              <a:rPr>
                <a:solidFill>
                  <a:srgbClr val="94A3B8"/>
                </a:solidFill>
              </a:rPr>
              <a:t>HTML5, Vanilla CSS3, Modern JavaScript ES6+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UI Aesthetics: </a:t>
            </a:r>
            <a:r>
              <a:rPr>
                <a:solidFill>
                  <a:srgbClr val="94A3B8"/>
                </a:solidFill>
              </a:rPr>
              <a:t>Dark mode glassmorphism, animated glow effects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Interactivity: </a:t>
            </a:r>
            <a:r>
              <a:rPr>
                <a:solidFill>
                  <a:srgbClr val="94A3B8"/>
                </a:solidFill>
              </a:rPr>
              <a:t>Particle explosion graphics, self-drawing neon SVG icons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Responsive Layout: </a:t>
            </a:r>
            <a:r>
              <a:rPr>
                <a:solidFill>
                  <a:srgbClr val="94A3B8"/>
                </a:solidFill>
              </a:rPr>
              <a:t>Grid &amp; Flexbox containers with zero latency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Backend, Database &amp; Analytics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Server Stack: </a:t>
            </a:r>
            <a:r>
              <a:rPr>
                <a:solidFill>
                  <a:srgbClr val="94A3B8"/>
                </a:solidFill>
              </a:rPr>
              <a:t>Node.js with Express.js REST API layer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Persistence: </a:t>
            </a:r>
            <a:r>
              <a:rPr>
                <a:solidFill>
                  <a:srgbClr val="94A3B8"/>
                </a:solidFill>
              </a:rPr>
              <a:t>MongoDB with Mongoose schemas for Exam Results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Data Export: </a:t>
            </a:r>
            <a:r>
              <a:rPr>
                <a:solidFill>
                  <a:srgbClr val="94A3B8"/>
                </a:solidFill>
              </a:rPr>
              <a:t>SheetJS (xlsx) workbook engine for live reports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Security: </a:t>
            </a:r>
            <a:r>
              <a:rPr>
                <a:solidFill>
                  <a:srgbClr val="94A3B8"/>
                </a:solidFill>
              </a:rPr>
              <a:t>CORS enabled, sanitized input validation &amp;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ALIET EXAM PORTAL</a:t>
            </a:r>
          </a:p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2. Comprehensive Multi-Subject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Andhra Loyola Institute of Engineering and Technology | Examination &amp; Assessment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Computer Networks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Scope: </a:t>
            </a:r>
            <a:r>
              <a:rPr>
                <a:solidFill>
                  <a:srgbClr val="94A3B8"/>
                </a:solidFill>
              </a:rPr>
              <a:t>50 Comprehensive MCQs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Topics: </a:t>
            </a:r>
            <a:r>
              <a:rPr>
                <a:solidFill>
                  <a:srgbClr val="94A3B8"/>
                </a:solidFill>
              </a:rPr>
              <a:t>OSI Model layers, Topologies (Star, Bus, Ring), TCP/IP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Media Types: </a:t>
            </a:r>
            <a:r>
              <a:rPr>
                <a:solidFill>
                  <a:srgbClr val="94A3B8"/>
                </a:solidFill>
              </a:rPr>
              <a:t>Twisted pair, Coaxial, Fiber optics bandwidth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Routing: </a:t>
            </a:r>
            <a:r>
              <a:rPr>
                <a:solidFill>
                  <a:srgbClr val="94A3B8"/>
                </a:solidFill>
              </a:rPr>
              <a:t>Network layer protocols &amp; IP addressing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Quantum Computing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Scope: </a:t>
            </a:r>
            <a:r>
              <a:rPr>
                <a:solidFill>
                  <a:srgbClr val="94A3B8"/>
                </a:solidFill>
              </a:rPr>
              <a:t>50 Specialized MCQs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Topics: </a:t>
            </a:r>
            <a:r>
              <a:rPr>
                <a:solidFill>
                  <a:srgbClr val="94A3B8"/>
                </a:solidFill>
              </a:rPr>
              <a:t>Qubits, Superposition, Entanglement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Mathematical Basis: </a:t>
            </a:r>
            <a:r>
              <a:rPr>
                <a:solidFill>
                  <a:srgbClr val="94A3B8"/>
                </a:solidFill>
              </a:rPr>
              <a:t>Unitary operators, Matrices, Eigenvalues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Interdisciplinary: </a:t>
            </a:r>
            <a:r>
              <a:rPr>
                <a:solidFill>
                  <a:srgbClr val="94A3B8"/>
                </a:solidFill>
              </a:rPr>
              <a:t>Physics, Math, CS &amp; Central Dogma links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Finite Automata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Scope: </a:t>
            </a:r>
            <a:r>
              <a:rPr>
                <a:solidFill>
                  <a:srgbClr val="94A3B8"/>
                </a:solidFill>
              </a:rPr>
              <a:t>Curated Theory Questions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Topics: </a:t>
            </a:r>
            <a:r>
              <a:rPr>
                <a:solidFill>
                  <a:srgbClr val="94A3B8"/>
                </a:solidFill>
              </a:rPr>
              <a:t>DFA vs NFA, Epsilon transitions, 5-tuple models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Languages: </a:t>
            </a:r>
            <a:r>
              <a:rPr>
                <a:solidFill>
                  <a:srgbClr val="94A3B8"/>
                </a:solidFill>
              </a:rPr>
              <a:t>Regular Languages &amp; Context-Free Grammars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Machines: </a:t>
            </a:r>
            <a:r>
              <a:rPr>
                <a:solidFill>
                  <a:srgbClr val="94A3B8"/>
                </a:solidFill>
              </a:rPr>
              <a:t>Pushdown Automata &amp; Turing Machine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ALIET EXAM PORTAL</a:t>
            </a:r>
          </a:p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3. Interactive Exam Portal &amp; Test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Andhra Loyola Institute of Engineering and Technology | Examination &amp; Assessment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Student Examination Features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Cinematic Intro: </a:t>
            </a:r>
            <a:r>
              <a:rPr>
                <a:solidFill>
                  <a:srgbClr val="94A3B8"/>
                </a:solidFill>
              </a:rPr>
              <a:t>Self-drawing grad cap SVG and canvas particle burst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Subject Selector: </a:t>
            </a:r>
            <a:r>
              <a:rPr>
                <a:solidFill>
                  <a:srgbClr val="94A3B8"/>
                </a:solidFill>
              </a:rPr>
              <a:t>Dynamic tab switching for instant question loading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Exam Timer: </a:t>
            </a:r>
            <a:r>
              <a:rPr>
                <a:solidFill>
                  <a:srgbClr val="94A3B8"/>
                </a:solidFill>
              </a:rPr>
              <a:t>Live countdown timer with automatic force submission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Question Palette: </a:t>
            </a:r>
            <a:r>
              <a:rPr>
                <a:solidFill>
                  <a:srgbClr val="94A3B8"/>
                </a:solidFill>
              </a:rPr>
              <a:t>Color-coded indicators for Answered / Unanswered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Test Execution &amp; Integrity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State Persistence: </a:t>
            </a:r>
            <a:r>
              <a:rPr>
                <a:solidFill>
                  <a:srgbClr val="94A3B8"/>
                </a:solidFill>
              </a:rPr>
              <a:t>Real-time saving of student option selections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Option Shuffling: </a:t>
            </a:r>
            <a:r>
              <a:rPr>
                <a:solidFill>
                  <a:srgbClr val="94A3B8"/>
                </a:solidFill>
              </a:rPr>
              <a:t>Randomized answer choices per student session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Instant Submit: </a:t>
            </a:r>
            <a:r>
              <a:rPr>
                <a:solidFill>
                  <a:srgbClr val="94A3B8"/>
                </a:solidFill>
              </a:rPr>
              <a:t>Modal confirmation prompt preventing accidental submission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Cross-Browser: </a:t>
            </a:r>
            <a:r>
              <a:rPr>
                <a:solidFill>
                  <a:srgbClr val="94A3B8"/>
                </a:solidFill>
              </a:rPr>
              <a:t>Full compatibility across Mobile, Tablet, and Desktop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ALIET EXAM PORTAL</a:t>
            </a:r>
          </a:p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4. Automated Evaluation &amp; Detailed Analytics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Andhra Loyola Institute of Engineering and Technology | Examination &amp; Assessment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Scoring &amp; Performance Metrics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Instant Grading: </a:t>
            </a:r>
            <a:r>
              <a:rPr>
                <a:solidFill>
                  <a:srgbClr val="94A3B8"/>
                </a:solidFill>
              </a:rPr>
              <a:t>Immediate evaluation upon test completion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Metrics Calculated: </a:t>
            </a:r>
            <a:r>
              <a:rPr>
                <a:solidFill>
                  <a:srgbClr val="94A3B8"/>
                </a:solidFill>
              </a:rPr>
              <a:t>Total Score, Correct / Incorrect counts, Accuracy %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Pass / Fail Gate: </a:t>
            </a:r>
            <a:r>
              <a:rPr>
                <a:solidFill>
                  <a:srgbClr val="94A3B8"/>
                </a:solidFill>
              </a:rPr>
              <a:t>Configurable percentage threshold calculation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Visual Feedback: </a:t>
            </a:r>
            <a:r>
              <a:rPr>
                <a:solidFill>
                  <a:srgbClr val="94A3B8"/>
                </a:solidFill>
              </a:rPr>
              <a:t>Dynamic score rings and percentage progress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Detailed Answer Review Mode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Question Breakdown: </a:t>
            </a:r>
            <a:r>
              <a:rPr>
                <a:solidFill>
                  <a:srgbClr val="94A3B8"/>
                </a:solidFill>
              </a:rPr>
              <a:t>Item-by-item analysis showing student pick vs correct choice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Concept Explanations: </a:t>
            </a:r>
            <a:r>
              <a:rPr>
                <a:solidFill>
                  <a:srgbClr val="94A3B8"/>
                </a:solidFill>
              </a:rPr>
              <a:t>In-depth rationale provided for every question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Learning Reinforcement: </a:t>
            </a:r>
            <a:r>
              <a:rPr>
                <a:solidFill>
                  <a:srgbClr val="94A3B8"/>
                </a:solidFill>
              </a:rPr>
              <a:t>Highlights mistake areas for targeted student revision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Attempt History: </a:t>
            </a:r>
            <a:r>
              <a:rPr>
                <a:solidFill>
                  <a:srgbClr val="94A3B8"/>
                </a:solidFill>
              </a:rPr>
              <a:t>Stores historical attempts for student progress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ALIET EXAM PORTAL</a:t>
            </a:r>
          </a:p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5. Excel Synchronization &amp;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Andhra Loyola Institute of Engineering and Technology | Examination &amp; Assessment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Database &amp; Spreadsheet Integration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SheetJS Engine: </a:t>
            </a:r>
            <a:r>
              <a:rPr>
                <a:solidFill>
                  <a:srgbClr val="94A3B8"/>
                </a:solidFill>
              </a:rPr>
              <a:t>In-browser spreadsheet compilation without external tools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Generated Workbooks: </a:t>
            </a:r>
            <a:r>
              <a:rPr>
                <a:solidFill>
                  <a:srgbClr val="94A3B8"/>
                </a:solidFill>
              </a:rPr>
              <a:t>Exam_Results_Database.xlsx &amp; Computer_Networks_50_MCQs.xlsx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Data Schema: </a:t>
            </a:r>
            <a:r>
              <a:rPr>
                <a:solidFill>
                  <a:srgbClr val="94A3B8"/>
                </a:solidFill>
              </a:rPr>
              <a:t>Student ID, Name, Subject, Score, Accuracy %, Timestamp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API Sync: </a:t>
            </a:r>
            <a:r>
              <a:rPr>
                <a:solidFill>
                  <a:srgbClr val="94A3B8"/>
                </a:solidFill>
              </a:rPr>
              <a:t>POST route /api/results syncs browser state directly to 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Administrator Capabilities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Bulk Downloads: </a:t>
            </a:r>
            <a:r>
              <a:rPr>
                <a:solidFill>
                  <a:srgbClr val="94A3B8"/>
                </a:solidFill>
              </a:rPr>
              <a:t>One-click export of complete student cohort results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Audit Trails: </a:t>
            </a:r>
            <a:r>
              <a:rPr>
                <a:solidFill>
                  <a:srgbClr val="94A3B8"/>
                </a:solidFill>
              </a:rPr>
              <a:t>Timestamps and attempt metadata logged per submission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Offline Storage: </a:t>
            </a:r>
            <a:r>
              <a:rPr>
                <a:solidFill>
                  <a:srgbClr val="94A3B8"/>
                </a:solidFill>
              </a:rPr>
              <a:t>Excel files formatted for instant Excel / Google Sheets opening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Automated Seeding: </a:t>
            </a:r>
            <a:r>
              <a:rPr>
                <a:solidFill>
                  <a:srgbClr val="94A3B8"/>
                </a:solidFill>
              </a:rPr>
              <a:t>seed.js script populates initial question databases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ALIET EXAM PORTAL</a:t>
            </a:r>
          </a:p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6. Strategic Advantages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Andhra Loyola Institute of Engineering and Technology | Examination &amp; Assessment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  <a:latin typeface="Calibri"/>
              </a:defRPr>
            </a:pPr>
            <a:r>
              <a:t>Key Strategic Advantages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Zero Overhead: </a:t>
            </a:r>
            <a:r>
              <a:rPr>
                <a:solidFill>
                  <a:srgbClr val="94A3B8"/>
                </a:solidFill>
              </a:rPr>
              <a:t>Eliminates physical paper evaluation and manual grading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Scalable Platform: </a:t>
            </a:r>
            <a:r>
              <a:rPr>
                <a:solidFill>
                  <a:srgbClr val="94A3B8"/>
                </a:solidFill>
              </a:rPr>
              <a:t>Node/Express backend handles thousands of concurrent tests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High Engagement: </a:t>
            </a:r>
            <a:r>
              <a:rPr>
                <a:solidFill>
                  <a:srgbClr val="94A3B8"/>
                </a:solidFill>
              </a:rPr>
              <a:t>Gamified cinematic visuals boost student satisfaction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Modular Design: </a:t>
            </a:r>
            <a:r>
              <a:rPr>
                <a:solidFill>
                  <a:srgbClr val="94A3B8"/>
                </a:solidFill>
              </a:rPr>
              <a:t>Easily expandable to support new engineering subjects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Future Roadmap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AI Question Generator: </a:t>
            </a:r>
            <a:r>
              <a:rPr>
                <a:solidFill>
                  <a:srgbClr val="94A3B8"/>
                </a:solidFill>
              </a:rPr>
              <a:t>LLM-assisted question bank expansion and difficulty scaling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Proctoring Guard: </a:t>
            </a:r>
            <a:r>
              <a:rPr>
                <a:solidFill>
                  <a:srgbClr val="94A3B8"/>
                </a:solidFill>
              </a:rPr>
              <a:t>Webcam facial verification and tab-switch anti-cheat monitoring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Mobile App: </a:t>
            </a:r>
            <a:r>
              <a:rPr>
                <a:solidFill>
                  <a:srgbClr val="94A3B8"/>
                </a:solidFill>
              </a:rPr>
              <a:t>React Native cross-platform mobile app deployment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 b="1">
                <a:solidFill>
                  <a:srgbClr val="F8FAFC"/>
                </a:solidFill>
              </a:rPr>
              <a:t>• Cloud Infrastructure: </a:t>
            </a:r>
            <a:r>
              <a:rPr>
                <a:solidFill>
                  <a:srgbClr val="94A3B8"/>
                </a:solidFill>
              </a:rPr>
              <a:t>Dockerized containerization on AWS / GCP for auto-scaling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